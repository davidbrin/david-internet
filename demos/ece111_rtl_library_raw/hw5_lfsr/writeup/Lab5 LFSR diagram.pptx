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4C06-D25C-41EF-B8B6-9B48DB643A21}" type="datetimeFigureOut">
              <a:rPr lang="en-US" smtClean="0"/>
              <a:t>2025-05-06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C623-2F85-4A14-96D6-BBD3EDB0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71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4C06-D25C-41EF-B8B6-9B48DB643A21}" type="datetimeFigureOut">
              <a:rPr lang="en-US" smtClean="0"/>
              <a:t>2025-05-06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C623-2F85-4A14-96D6-BBD3EDB0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74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4C06-D25C-41EF-B8B6-9B48DB643A21}" type="datetimeFigureOut">
              <a:rPr lang="en-US" smtClean="0"/>
              <a:t>2025-05-06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C623-2F85-4A14-96D6-BBD3EDB0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26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4C06-D25C-41EF-B8B6-9B48DB643A21}" type="datetimeFigureOut">
              <a:rPr lang="en-US" smtClean="0"/>
              <a:t>2025-05-06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C623-2F85-4A14-96D6-BBD3EDB0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4C06-D25C-41EF-B8B6-9B48DB643A21}" type="datetimeFigureOut">
              <a:rPr lang="en-US" smtClean="0"/>
              <a:t>2025-05-06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C623-2F85-4A14-96D6-BBD3EDB0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7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4C06-D25C-41EF-B8B6-9B48DB643A21}" type="datetimeFigureOut">
              <a:rPr lang="en-US" smtClean="0"/>
              <a:t>2025-05-06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C623-2F85-4A14-96D6-BBD3EDB0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29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4C06-D25C-41EF-B8B6-9B48DB643A21}" type="datetimeFigureOut">
              <a:rPr lang="en-US" smtClean="0"/>
              <a:t>2025-05-06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C623-2F85-4A14-96D6-BBD3EDB0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1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4C06-D25C-41EF-B8B6-9B48DB643A21}" type="datetimeFigureOut">
              <a:rPr lang="en-US" smtClean="0"/>
              <a:t>2025-05-06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C623-2F85-4A14-96D6-BBD3EDB0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7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4C06-D25C-41EF-B8B6-9B48DB643A21}" type="datetimeFigureOut">
              <a:rPr lang="en-US" smtClean="0"/>
              <a:t>2025-05-06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C623-2F85-4A14-96D6-BBD3EDB0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4C06-D25C-41EF-B8B6-9B48DB643A21}" type="datetimeFigureOut">
              <a:rPr lang="en-US" smtClean="0"/>
              <a:t>2025-05-06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C623-2F85-4A14-96D6-BBD3EDB0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58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4C06-D25C-41EF-B8B6-9B48DB643A21}" type="datetimeFigureOut">
              <a:rPr lang="en-US" smtClean="0"/>
              <a:t>2025-05-06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C623-2F85-4A14-96D6-BBD3EDB0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8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04C06-D25C-41EF-B8B6-9B48DB643A21}" type="datetimeFigureOut">
              <a:rPr lang="en-US" smtClean="0"/>
              <a:t>2025-05-06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BC623-2F85-4A14-96D6-BBD3EDB0B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1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LFSR Visualization Aid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88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6738"/>
          </a:xfrm>
        </p:spPr>
        <p:txBody>
          <a:bodyPr/>
          <a:lstStyle/>
          <a:p>
            <a:pPr algn="ctr"/>
            <a:r>
              <a:rPr lang="en-US" b="1" smtClean="0"/>
              <a:t>Lab 5  conceptual diagram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5014" y="1207912"/>
            <a:ext cx="3254951" cy="4969051"/>
          </a:xfrm>
        </p:spPr>
        <p:txBody>
          <a:bodyPr>
            <a:normAutofit/>
          </a:bodyPr>
          <a:lstStyle/>
          <a:p>
            <a:r>
              <a:rPr lang="en-US" sz="2400" smtClean="0"/>
              <a:t>I found this diagram that might be helpful. </a:t>
            </a:r>
          </a:p>
          <a:p>
            <a:r>
              <a:rPr lang="en-US" sz="2400" b="1" i="1" smtClean="0">
                <a:solidFill>
                  <a:srgbClr val="FF0000"/>
                </a:solidFill>
              </a:rPr>
              <a:t>Note: Set input to 0, ignore output. </a:t>
            </a:r>
          </a:p>
          <a:p>
            <a:r>
              <a:rPr lang="en-US" sz="2400" smtClean="0"/>
              <a:t>X are logical AND</a:t>
            </a:r>
          </a:p>
          <a:p>
            <a:r>
              <a:rPr lang="en-US" sz="2400" smtClean="0"/>
              <a:t>+ is logical XOR</a:t>
            </a:r>
          </a:p>
          <a:p>
            <a:r>
              <a:rPr lang="en-US" sz="2400" smtClean="0"/>
              <a:t>Arrows into ANDs are feedback/tap pattern polynomial</a:t>
            </a:r>
          </a:p>
          <a:p>
            <a:r>
              <a:rPr lang="en-US" sz="2400" smtClean="0"/>
              <a:t>For N=3, enable first two AND gates (mask bit = 1) and disable the rest (mask bit = 0)</a:t>
            </a:r>
            <a:endParaRPr lang="en-US" sz="24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8147" t="31870" r="8909" b="5556"/>
          <a:stretch/>
        </p:blipFill>
        <p:spPr>
          <a:xfrm>
            <a:off x="4349966" y="1207912"/>
            <a:ext cx="7334036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189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65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LFSR Visualization Aid</vt:lpstr>
      <vt:lpstr>Lab 5  conceptual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Eldon</dc:creator>
  <cp:lastModifiedBy>John Eldon</cp:lastModifiedBy>
  <cp:revision>5</cp:revision>
  <dcterms:created xsi:type="dcterms:W3CDTF">2025-05-06T23:22:36Z</dcterms:created>
  <dcterms:modified xsi:type="dcterms:W3CDTF">2025-05-07T01:00:28Z</dcterms:modified>
</cp:coreProperties>
</file>
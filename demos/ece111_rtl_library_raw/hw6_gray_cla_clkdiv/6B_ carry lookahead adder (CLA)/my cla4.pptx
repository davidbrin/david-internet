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6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809A-CBD8-46B2-9A80-F2F257C94C27}" type="datetimeFigureOut">
              <a:rPr lang="en-US" smtClean="0"/>
              <a:t>2025-02-12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A91B6-C392-4B9B-829D-BA0C6179F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727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809A-CBD8-46B2-9A80-F2F257C94C27}" type="datetimeFigureOut">
              <a:rPr lang="en-US" smtClean="0"/>
              <a:t>2025-02-12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A91B6-C392-4B9B-829D-BA0C6179F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765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809A-CBD8-46B2-9A80-F2F257C94C27}" type="datetimeFigureOut">
              <a:rPr lang="en-US" smtClean="0"/>
              <a:t>2025-02-12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A91B6-C392-4B9B-829D-BA0C6179F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649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809A-CBD8-46B2-9A80-F2F257C94C27}" type="datetimeFigureOut">
              <a:rPr lang="en-US" smtClean="0"/>
              <a:t>2025-02-12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A91B6-C392-4B9B-829D-BA0C6179F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15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809A-CBD8-46B2-9A80-F2F257C94C27}" type="datetimeFigureOut">
              <a:rPr lang="en-US" smtClean="0"/>
              <a:t>2025-02-12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A91B6-C392-4B9B-829D-BA0C6179F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115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809A-CBD8-46B2-9A80-F2F257C94C27}" type="datetimeFigureOut">
              <a:rPr lang="en-US" smtClean="0"/>
              <a:t>2025-02-12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A91B6-C392-4B9B-829D-BA0C6179F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405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809A-CBD8-46B2-9A80-F2F257C94C27}" type="datetimeFigureOut">
              <a:rPr lang="en-US" smtClean="0"/>
              <a:t>2025-02-12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A91B6-C392-4B9B-829D-BA0C6179F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436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809A-CBD8-46B2-9A80-F2F257C94C27}" type="datetimeFigureOut">
              <a:rPr lang="en-US" smtClean="0"/>
              <a:t>2025-02-12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A91B6-C392-4B9B-829D-BA0C6179F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865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809A-CBD8-46B2-9A80-F2F257C94C27}" type="datetimeFigureOut">
              <a:rPr lang="en-US" smtClean="0"/>
              <a:t>2025-02-12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A91B6-C392-4B9B-829D-BA0C6179F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576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809A-CBD8-46B2-9A80-F2F257C94C27}" type="datetimeFigureOut">
              <a:rPr lang="en-US" smtClean="0"/>
              <a:t>2025-02-12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A91B6-C392-4B9B-829D-BA0C6179F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347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809A-CBD8-46B2-9A80-F2F257C94C27}" type="datetimeFigureOut">
              <a:rPr lang="en-US" smtClean="0"/>
              <a:t>2025-02-12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A91B6-C392-4B9B-829D-BA0C6179F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358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D809A-CBD8-46B2-9A80-F2F257C94C27}" type="datetimeFigureOut">
              <a:rPr lang="en-US" smtClean="0"/>
              <a:t>2025-02-12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1A91B6-C392-4B9B-829D-BA0C6179F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0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my cla4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Two runs, two slightly different builds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136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8278"/>
          </a:xfrm>
        </p:spPr>
        <p:txBody>
          <a:bodyPr/>
          <a:lstStyle/>
          <a:p>
            <a:pPr algn="ctr"/>
            <a:r>
              <a:rPr lang="en-US" smtClean="0"/>
              <a:t>Build 1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7313" b="5354"/>
          <a:stretch/>
        </p:blipFill>
        <p:spPr>
          <a:xfrm>
            <a:off x="-409575" y="1162373"/>
            <a:ext cx="13011150" cy="5362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533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7282"/>
          </a:xfrm>
        </p:spPr>
        <p:txBody>
          <a:bodyPr/>
          <a:lstStyle/>
          <a:p>
            <a:pPr algn="ctr"/>
            <a:r>
              <a:rPr lang="en-US" smtClean="0"/>
              <a:t>Build 2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6642" b="4907"/>
          <a:stretch/>
        </p:blipFill>
        <p:spPr>
          <a:xfrm>
            <a:off x="-409575" y="1115878"/>
            <a:ext cx="13011150" cy="54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373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mtClean="0"/>
              <a:t>What Do You Notice?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Build 1: 8 XOR, 10 AND, 3 OR, 21 total, critical path 6 gates long</a:t>
            </a:r>
          </a:p>
          <a:p>
            <a:r>
              <a:rPr lang="en-US" smtClean="0"/>
              <a:t>Build 2: 8 XOR, 9 AND, 4 OR, 21 total, critical path 6 gates long</a:t>
            </a:r>
          </a:p>
          <a:p>
            <a:r>
              <a:rPr lang="en-US" smtClean="0"/>
              <a:t>We know, of course, that the actual implementation will use ALUTs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032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71</Words>
  <Application>Microsoft Office PowerPoint</Application>
  <PresentationFormat>Widescreen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my cla4</vt:lpstr>
      <vt:lpstr>Build 1</vt:lpstr>
      <vt:lpstr>Build 2</vt:lpstr>
      <vt:lpstr>What Do You Notice?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cla4</dc:title>
  <dc:creator>John Eldon</dc:creator>
  <cp:lastModifiedBy>John Eldon</cp:lastModifiedBy>
  <cp:revision>7</cp:revision>
  <dcterms:created xsi:type="dcterms:W3CDTF">2023-02-22T04:20:56Z</dcterms:created>
  <dcterms:modified xsi:type="dcterms:W3CDTF">2025-02-13T01:16:19Z</dcterms:modified>
</cp:coreProperties>
</file>